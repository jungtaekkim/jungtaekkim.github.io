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55"/>
  </p:normalViewPr>
  <p:slideViewPr>
    <p:cSldViewPr snapToGrid="0" snapToObjects="1">
      <p:cViewPr varScale="1">
        <p:scale>
          <a:sx n="107" d="100"/>
          <a:sy n="107" d="100"/>
        </p:scale>
        <p:origin x="200" y="2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1F3B-488F-7E48-86D2-E03BC21833E8}" type="datetimeFigureOut">
              <a:rPr lang="en-US" smtClean="0"/>
              <a:t>5/22/18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FB67-A041-DA40-91B6-11F765EC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40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1F3B-488F-7E48-86D2-E03BC21833E8}" type="datetimeFigureOut">
              <a:rPr lang="en-US" smtClean="0"/>
              <a:t>5/22/18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FB67-A041-DA40-91B6-11F765EC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4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1F3B-488F-7E48-86D2-E03BC21833E8}" type="datetimeFigureOut">
              <a:rPr lang="en-US" smtClean="0"/>
              <a:t>5/22/18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FB67-A041-DA40-91B6-11F765EC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29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2509" y="1056904"/>
            <a:ext cx="5687291" cy="51200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056904"/>
            <a:ext cx="5738751" cy="51200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1F3B-488F-7E48-86D2-E03BC21833E8}" type="datetimeFigureOut">
              <a:rPr lang="en-US" smtClean="0"/>
              <a:t>5/22/18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FB67-A041-DA40-91B6-11F765EC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3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1F3B-488F-7E48-86D2-E03BC21833E8}" type="datetimeFigureOut">
              <a:rPr lang="en-US" smtClean="0"/>
              <a:t>5/22/18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FB67-A041-DA40-91B6-11F765EC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30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1F3B-488F-7E48-86D2-E03BC21833E8}" type="datetimeFigureOut">
              <a:rPr lang="en-US" smtClean="0"/>
              <a:t>5/22/18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FB67-A041-DA40-91B6-11F765EC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88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1F3B-488F-7E48-86D2-E03BC21833E8}" type="datetimeFigureOut">
              <a:rPr lang="en-US" smtClean="0"/>
              <a:t>5/22/18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FB67-A041-DA40-91B6-11F765EC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6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1F3B-488F-7E48-86D2-E03BC21833E8}" type="datetimeFigureOut">
              <a:rPr lang="en-US" smtClean="0"/>
              <a:t>5/22/18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FB67-A041-DA40-91B6-11F765EC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0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1F3B-488F-7E48-86D2-E03BC21833E8}" type="datetimeFigureOut">
              <a:rPr lang="en-US" smtClean="0"/>
              <a:t>5/22/18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FB67-A041-DA40-91B6-11F765EC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11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1F3B-488F-7E48-86D2-E03BC21833E8}" type="datetimeFigureOut">
              <a:rPr lang="en-US" smtClean="0"/>
              <a:t>5/22/18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FB67-A041-DA40-91B6-11F765EC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39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D1F3B-488F-7E48-86D2-E03BC21833E8}" type="datetimeFigureOut">
              <a:rPr lang="en-US" smtClean="0"/>
              <a:t>5/22/18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FB67-A041-DA40-91B6-11F765EC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7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509" y="1056905"/>
            <a:ext cx="11578442" cy="50232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25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608D1F3B-488F-7E48-86D2-E03BC21833E8}" type="datetimeFigureOut">
              <a:rPr lang="en-US" smtClean="0"/>
              <a:pPr/>
              <a:t>5/22/18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6775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9EA1FB67-A041-DA40-91B6-11F765EC9F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76002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60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058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5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Helvetica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Jungtaek Kim</dc:creator>
  <cp:lastModifiedBy>Jungtaek Kim</cp:lastModifiedBy>
  <cp:revision>1</cp:revision>
  <dcterms:created xsi:type="dcterms:W3CDTF">2018-05-22T09:15:29Z</dcterms:created>
  <dcterms:modified xsi:type="dcterms:W3CDTF">2018-05-22T09:20:35Z</dcterms:modified>
</cp:coreProperties>
</file>